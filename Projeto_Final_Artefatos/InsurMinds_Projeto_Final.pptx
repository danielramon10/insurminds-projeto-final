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INSUMINS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Insurminds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Publicada; exige chave de modelo no `.env` para rodar.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025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13" y="2057400"/>
            <a:ext cx="3025832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0410" y="2110265"/>
            <a:ext cx="3490874" cy="227171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e_onde_ve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98" y="2128553"/>
            <a:ext cx="3454298" cy="22351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8698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DE ONDE VEIO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93261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tabela_cs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549" y="2057400"/>
            <a:ext cx="3025832" cy="23774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7316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TABELA E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76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sobre as extrações de exemplo da demonstração.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porque os campos numéricos não têm valor nas condições gerais comparadas — elas remetem cada um à Especificação da Apólice, como o slide de limitações documenta. Ingestão, banco, comparação e rastreabilidade são reais e estão no código; trocar a fonte dos campos não muda a tela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Sem a especificação, não há número para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remetem LMI, franquia, vigência, retroatividade e sublimites à Especificação da Apólice, que não está no lote. A extração com modelo de linguagem acha a cláusula e cita a página; comparar número fica para quando ela entrar.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